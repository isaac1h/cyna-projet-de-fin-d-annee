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c970da1801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g3c970da1801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c970da1801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974d89ff2_1_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c974d89ff2_1_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c974d89ff2_1_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985ac32db_0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c985ac32db_0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c985ac32db_0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6.jp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661182"/>
            <a:ext cx="32004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457200" y="203278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Responsable Front-End</a:t>
            </a:r>
            <a:endParaRPr sz="2000">
              <a:solidFill>
                <a:srgbClr val="8B5C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3"/>
          <p:cNvCxnSpPr/>
          <p:nvPr/>
        </p:nvCxnSpPr>
        <p:spPr>
          <a:xfrm>
            <a:off x="3474720" y="2764302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/>
          <p:nvPr/>
        </p:nvSpPr>
        <p:spPr>
          <a:xfrm>
            <a:off x="457200" y="303862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Isaac Hassani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40438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Institut Limayrac · B3 DEV · Bloc 1 · 20/02/2026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4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SOMMAIRE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941803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Organisation des thèmes abordés</a:t>
            </a:r>
            <a:br>
              <a:rPr b="1" lang="en-US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50" y="1280150"/>
            <a:ext cx="8119800" cy="28713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40" y="1280150"/>
            <a:ext cx="8119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4060" y="143114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1) Contexte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00" y="4151450"/>
            <a:ext cx="8119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4348800" y="2414925"/>
            <a:ext cx="2203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789525" y="1808500"/>
            <a:ext cx="2674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Quoi ? Description du projet 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Pour qui ?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Comment ? Méthode ou approche 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19485" y="154087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2)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Objectifs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4675525" y="1850200"/>
            <a:ext cx="347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Quoi faire ? Fonctionnalités et 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attendus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4053" y="2692963"/>
            <a:ext cx="228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3) Outils &amp; Organisation 	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789525" y="3050950"/>
            <a:ext cx="2425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Outils : Github / Discord / Figma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Méthodologie : Agilité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Gestion de projet : Trello 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9485" y="268544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4) Front-End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4619475" y="3050950"/>
            <a:ext cx="2674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Technologies : REACT + Bootstrap 5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Explication &amp; démarches RSE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4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225400" y="4718275"/>
            <a:ext cx="46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Contexte rapide et répartition des rôles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50" y="1280149"/>
            <a:ext cx="4114800" cy="164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5760" y="1280160"/>
            <a:ext cx="4114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051560" y="141732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Quoi ?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94350" y="1805937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Plateforme e-commerce SaaS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Vente de solutions de 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cybersécurité (SOC, EDR, XDR)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63450" y="1280150"/>
            <a:ext cx="4114800" cy="1750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63440" y="1280160"/>
            <a:ext cx="4114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13807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5349240" y="141732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 qui 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801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5166400" y="1874525"/>
            <a:ext cx="356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Les clients de CYNA :</a:t>
            </a:r>
            <a:r>
              <a:rPr lang="en-US" sz="1100">
                <a:solidFill>
                  <a:schemeClr val="lt1"/>
                </a:solidFill>
              </a:rPr>
              <a:t> Des entreprises qui veulent acheter leurs solutions de sécurité facilement, avec une interface fluide.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250087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5166400" y="2427148"/>
            <a:ext cx="33162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L'équipe technique :</a:t>
            </a:r>
            <a:r>
              <a:rPr lang="en-US" sz="1100">
                <a:solidFill>
                  <a:schemeClr val="lt1"/>
                </a:solidFill>
              </a:rPr>
              <a:t> C'est-à-dire nous et les futurs développeurs. Mon rôle est de leur livrer un code propre et facile à faire évoluer.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65750" y="3167450"/>
            <a:ext cx="8412600" cy="13716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3200400"/>
            <a:ext cx="84126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94360" y="3337560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Comment ?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523" y="3731835"/>
            <a:ext cx="240025" cy="2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1115949" y="3739900"/>
            <a:ext cx="17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Architecture SPA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319650" y="3712425"/>
            <a:ext cx="250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Développement mobile-first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038125" y="3707813"/>
            <a:ext cx="335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Stack moderne : React + Supabase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72" name="Google Shape;7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90787"/>
            <a:ext cx="1097281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8648" y="3702123"/>
            <a:ext cx="240025" cy="24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748" y="3702123"/>
            <a:ext cx="240025" cy="2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5"/>
          <p:cNvPicPr preferRelativeResize="0"/>
          <p:nvPr/>
        </p:nvPicPr>
        <p:blipFill rotWithShape="1">
          <a:blip r:embed="rId7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Vision produit et enjeux techniques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35800" y="139319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TECHNIQUES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40" y="180467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747275" y="1804675"/>
            <a:ext cx="688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Interface Responsive :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Expérience fluide sur PC, tablette et mobile.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40" y="218871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747275" y="2188725"/>
            <a:ext cx="628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Gestion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abonnements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Tunnel d'achat simplifié et sécurisé.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40" y="257276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747276" y="2572775"/>
            <a:ext cx="57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: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Navigation rapide et recherche instantanée.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6"/>
          <p:cNvPicPr preferRelativeResize="0"/>
          <p:nvPr/>
        </p:nvPicPr>
        <p:blipFill rotWithShape="1">
          <a:blip r:embed="rId5">
            <a:alphaModFix/>
          </a:blip>
          <a:srcRect b="29274" l="7539" r="9699" t="29353"/>
          <a:stretch/>
        </p:blipFill>
        <p:spPr>
          <a:xfrm>
            <a:off x="75975" y="4572000"/>
            <a:ext cx="1137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6"/>
          <p:cNvPicPr preferRelativeResize="0"/>
          <p:nvPr/>
        </p:nvPicPr>
        <p:blipFill rotWithShape="1">
          <a:blip r:embed="rId6">
            <a:alphaModFix/>
          </a:blip>
          <a:srcRect b="7252" l="8722" r="10285" t="7218"/>
          <a:stretch/>
        </p:blipFill>
        <p:spPr>
          <a:xfrm>
            <a:off x="6523250" y="759400"/>
            <a:ext cx="1919575" cy="17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/>
          <p:cNvPicPr preferRelativeResize="0"/>
          <p:nvPr/>
        </p:nvPicPr>
        <p:blipFill rotWithShape="1">
          <a:blip r:embed="rId7">
            <a:alphaModFix/>
          </a:blip>
          <a:srcRect b="0" l="19127" r="18710" t="5606"/>
          <a:stretch/>
        </p:blipFill>
        <p:spPr>
          <a:xfrm>
            <a:off x="5305375" y="2906850"/>
            <a:ext cx="2163549" cy="184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MÉTHODES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ENVIRONNEMENT DE TRAVAIL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Garantir une collaboration fluide et un suivi rigoureux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74363" y="1243738"/>
            <a:ext cx="8229600" cy="68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40050" y="1266600"/>
            <a:ext cx="8263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227663" y="1220875"/>
            <a:ext cx="687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Versioning, Pull Requests, Code Review, main lock, Organisation CYNA (mainteners &amp; developers)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7"/>
          <p:cNvPicPr preferRelativeResize="0"/>
          <p:nvPr/>
        </p:nvPicPr>
        <p:blipFill rotWithShape="1">
          <a:blip r:embed="rId4">
            <a:alphaModFix/>
          </a:blip>
          <a:srcRect b="13826" l="26497" r="24660" t="14831"/>
          <a:stretch/>
        </p:blipFill>
        <p:spPr>
          <a:xfrm>
            <a:off x="440038" y="1270000"/>
            <a:ext cx="651475" cy="65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474350" y="2111800"/>
            <a:ext cx="8229600" cy="68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27650" y="2088938"/>
            <a:ext cx="687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Gestion &amp; Priorisation des tâches, story points </a:t>
            </a:r>
            <a:endParaRPr sz="125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74350" y="3010738"/>
            <a:ext cx="8229600" cy="68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27650" y="2987875"/>
            <a:ext cx="687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Communication d'équipe, Daily Stand-ups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13" y="3932413"/>
            <a:ext cx="8229600" cy="68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10513" y="3909550"/>
            <a:ext cx="687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Prototypage UI/UX, Design System, Maquette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74363" y="2127238"/>
            <a:ext cx="82296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188" y="3018400"/>
            <a:ext cx="82296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74375" y="3932425"/>
            <a:ext cx="82125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5">
            <a:alphaModFix/>
          </a:blip>
          <a:srcRect b="9521" l="0" r="5267" t="7463"/>
          <a:stretch/>
        </p:blipFill>
        <p:spPr>
          <a:xfrm>
            <a:off x="474375" y="2111800"/>
            <a:ext cx="617150" cy="68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</p:pic>
      <p:pic>
        <p:nvPicPr>
          <p:cNvPr id="120" name="Google Shape;12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25" y="3014125"/>
            <a:ext cx="705000" cy="6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25" y="3932426"/>
            <a:ext cx="705000" cy="68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8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777240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MÉTHODES ENVIRONNEMENT DE TRAVAIL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Garantir une collaboration fluide et un suivi rigoureux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1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 b="5823" l="2298" r="2336" t="6210"/>
          <a:stretch/>
        </p:blipFill>
        <p:spPr>
          <a:xfrm>
            <a:off x="3214675" y="1390050"/>
            <a:ext cx="2348813" cy="9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"/>
          <p:cNvPicPr preferRelativeResize="0"/>
          <p:nvPr/>
        </p:nvPicPr>
        <p:blipFill rotWithShape="1">
          <a:blip r:embed="rId5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875" y="1342875"/>
            <a:ext cx="28194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14675" y="2380875"/>
            <a:ext cx="2367800" cy="1872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900" y="1179340"/>
            <a:ext cx="3256726" cy="245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 rotWithShape="1">
          <a:blip r:embed="rId9">
            <a:alphaModFix/>
          </a:blip>
          <a:srcRect b="3954" l="4665" r="20574" t="51660"/>
          <a:stretch/>
        </p:blipFill>
        <p:spPr>
          <a:xfrm>
            <a:off x="6687500" y="2974525"/>
            <a:ext cx="2157700" cy="1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Technologies &amp; Choix Techniques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4">
            <a:alphaModFix/>
          </a:blip>
          <a:srcRect b="8012" l="0" r="0" t="0"/>
          <a:stretch/>
        </p:blipFill>
        <p:spPr>
          <a:xfrm>
            <a:off x="1425875" y="923601"/>
            <a:ext cx="6023601" cy="369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/>
          <p:cNvPicPr preferRelativeResize="0"/>
          <p:nvPr/>
        </p:nvPicPr>
        <p:blipFill rotWithShape="1">
          <a:blip r:embed="rId5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90325" y="45684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Engagement RSE (L'angle Front-end)</a:t>
            </a:r>
            <a:endParaRPr b="1" sz="2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t/>
            </a:r>
            <a:endParaRPr b="1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cœur du système : données, auth, logique métier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57200" y="1407525"/>
            <a:ext cx="8229600" cy="29121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SPA :</a:t>
            </a:r>
            <a:r>
              <a:rPr lang="en-US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réduits les échanges serveur aux données JSON uniquement, limitant l'empreinte carbone de la navigation.</a:t>
            </a:r>
            <a:endParaRPr sz="11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Lazy Loading :</a:t>
            </a:r>
            <a:r>
              <a:rPr lang="en-US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chargement des composants et images à la demande pour économiser la bande passante;</a:t>
            </a:r>
            <a:endParaRPr b="1" sz="13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Et bien d’autres engagements que mes collaborateurs détailleront dans leurs présentations..</a:t>
            </a:r>
            <a:endParaRPr b="1" i="1" sz="12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57200" y="1407513"/>
            <a:ext cx="8229600" cy="71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960110" y="235506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62" name="Google Shape;1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777240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90325" y="45684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1" sz="2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t/>
            </a:r>
            <a:endParaRPr b="1" sz="2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57200" y="1407525"/>
            <a:ext cx="8229600" cy="29121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-US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Nous terminons ce Bloc 1 aujourd’hui avec une vision claire et des livrables validés ( note de cadrage, maquettes )</a:t>
            </a:r>
            <a:endParaRPr b="1" sz="11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6A5AF"/>
              </a:buClr>
              <a:buSzPts val="1100"/>
              <a:buFont typeface="Trebuchet MS"/>
              <a:buChar char="●"/>
            </a:pPr>
            <a:r>
              <a:rPr i="1" lang="en-US" sz="1100">
                <a:solidFill>
                  <a:srgbClr val="76A5AF"/>
                </a:solidFill>
                <a:latin typeface="Trebuchet MS"/>
                <a:ea typeface="Trebuchet MS"/>
                <a:cs typeface="Trebuchet MS"/>
                <a:sym typeface="Trebuchet MS"/>
              </a:rPr>
              <a:t>voir maquette figma</a:t>
            </a:r>
            <a:endParaRPr i="1" sz="1100">
              <a:solidFill>
                <a:srgbClr val="76A5A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57200" y="1407513"/>
            <a:ext cx="8229600" cy="71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1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1"/>
          <p:cNvPicPr preferRelativeResize="0"/>
          <p:nvPr/>
        </p:nvPicPr>
        <p:blipFill rotWithShape="1">
          <a:blip r:embed="rId4">
            <a:alphaModFix/>
          </a:blip>
          <a:srcRect b="29274" l="7539" r="9699" t="29353"/>
          <a:stretch/>
        </p:blipFill>
        <p:spPr>
          <a:xfrm>
            <a:off x="68600" y="4578175"/>
            <a:ext cx="1137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548640"/>
            <a:ext cx="2743200" cy="94183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600"/>
              <a:buFont typeface="Trebuchet MS"/>
              <a:buNone/>
            </a:pPr>
            <a:r>
              <a:rPr b="1" lang="en-US" sz="56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MERCI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questions 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12"/>
          <p:cNvCxnSpPr/>
          <p:nvPr/>
        </p:nvCxnSpPr>
        <p:spPr>
          <a:xfrm>
            <a:off x="3474720" y="320040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Isaac Hassani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Institut Limayrac · B3 DEV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29274" l="7539" r="9699" t="29353"/>
          <a:stretch/>
        </p:blipFill>
        <p:spPr>
          <a:xfrm>
            <a:off x="7748850" y="4461550"/>
            <a:ext cx="1334375" cy="5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